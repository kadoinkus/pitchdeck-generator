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2646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3834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5E1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47888" y="201168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1226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650224" y="1975104"/>
            <a:ext cx="2670048" cy="9418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291840"/>
            <a:ext cx="68122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5478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Why This Matters Now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794760"/>
            <a:ext cx="6355080" cy="1417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2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3E58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63840" y="342900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5753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357530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65008" y="3831336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7208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02996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Build an animated chatbot persona aligned with Notso AI brand expression.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87552" y="2971800"/>
            <a:ext cx="635508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3E58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26680" y="178308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7FAFF"/>
          </a:solidFill>
          <a:ln w="12700">
            <a:solidFill>
              <a:srgbClr val="D6E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0116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Pillars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2128" y="2240280"/>
            <a:ext cx="3200400" cy="1508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73568" y="40690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4736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87968" y="4215384"/>
            <a:ext cx="2103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74736" y="4471416"/>
            <a:ext cx="94183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1188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9476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1783080"/>
            <a:ext cx="2578608" cy="2377440"/>
          </a:xfrm>
          <a:prstGeom prst="roundRect">
            <a:avLst>
              <a:gd name="adj" fmla="val 3077"/>
            </a:avLst>
          </a:prstGeom>
          <a:solidFill>
            <a:srgbClr val="F8FBFF"/>
          </a:solidFill>
          <a:ln w="12700">
            <a:solidFill>
              <a:srgbClr val="D8E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993392"/>
            <a:ext cx="384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40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72600" y="2267712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05B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panel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343400"/>
            <a:ext cx="3794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1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4590288"/>
            <a:ext cx="2926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Visual Direction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" y="482803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6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interface clean with calm motion and explicit next actions.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46320" y="434340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44897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448970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47488" y="474573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10469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542032"/>
            <a:ext cx="9601200" cy="0"/>
          </a:xfrm>
          <a:prstGeom prst="line">
            <a:avLst/>
          </a:prstGeom>
          <a:noFill/>
          <a:ln w="12700">
            <a:solidFill>
              <a:srgbClr val="BFD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502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8696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80644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5274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0468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424160" y="2350008"/>
            <a:ext cx="384048" cy="384048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70464" y="2487168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122408" y="2816352"/>
            <a:ext cx="1024128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0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290779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35C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22960" y="40690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3425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Goal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590288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962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intent routing with clear handoff to human support when needed.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92040" y="4069080"/>
            <a:ext cx="235712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42153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4215384"/>
            <a:ext cx="1241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93208" y="4471416"/>
            <a:ext cx="197307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649224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116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Layered Delivery Model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2359152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43584" y="2542032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2642616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682496" y="2532888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" y="3328416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8FB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3511296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4168" y="361188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682496" y="3502152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51560" y="4297680"/>
            <a:ext cx="6035040" cy="786384"/>
          </a:xfrm>
          <a:prstGeom prst="roundRect">
            <a:avLst>
              <a:gd name="adj" fmla="val 6977"/>
            </a:avLst>
          </a:prstGeom>
          <a:solidFill>
            <a:srgbClr val="F4F8FF"/>
          </a:solidFill>
          <a:ln w="12700">
            <a:solidFill>
              <a:srgbClr val="D5E1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3584" y="4480560"/>
            <a:ext cx="310896" cy="310896"/>
          </a:xfrm>
          <a:prstGeom prst="ellipse">
            <a:avLst/>
          </a:prstGeom>
          <a:solidFill>
            <a:srgbClr val="0B1F4D"/>
          </a:solidFill>
          <a:ln w="12700">
            <a:solidFill>
              <a:srgbClr val="0B1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4168" y="4581144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82496" y="4471416"/>
            <a:ext cx="525780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78308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8FBFF"/>
          </a:solidFill>
          <a:ln w="12700">
            <a:solidFill>
              <a:srgbClr val="D8E2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011680"/>
            <a:ext cx="3401568" cy="17373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415A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3886200"/>
            <a:ext cx="1767840" cy="1325880"/>
          </a:xfrm>
          <a:prstGeom prst="roundRect">
            <a:avLst>
              <a:gd name="adj" fmla="val 551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403250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86800" y="4032504"/>
            <a:ext cx="6522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73568" y="4288536"/>
            <a:ext cx="1383792" cy="8503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060704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-548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676656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46304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3474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07899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-6400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667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40208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86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01803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2026-03-23T13:27:11Z</dcterms:created>
  <dcterms:modified xsi:type="dcterms:W3CDTF">2026-03-23T13:27:11Z</dcterms:modified>
</cp:coreProperties>
</file>