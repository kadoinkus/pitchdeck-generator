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0B6E6C">
              <a:alpha val="14000"/>
            </a:srgbClr>
          </a:solidFill>
          <a:ln w="12700">
            <a:solidFill>
              <a:srgbClr val="0B6E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30D89E">
              <a:alpha val="12000"/>
            </a:srgbClr>
          </a:solidFill>
          <a:ln w="12700">
            <a:solidFill>
              <a:srgbClr val="30D8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96528" y="5495544"/>
            <a:ext cx="159918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5008" y="3758184"/>
            <a:ext cx="2176272" cy="1536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74736" y="4398264"/>
            <a:ext cx="94183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4672584"/>
            <a:ext cx="148539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4398264"/>
            <a:ext cx="197307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4215384"/>
            <a:ext cx="138379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02168" y="528523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10728" y="5285232"/>
            <a:ext cx="1501648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D4DE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2471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Core assistant experience, 3 user flows, launch setup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9204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1947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Expanded flows, richer animation system, analytics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1423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Multi-language rollout, CRM integrations, optimization loop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0728" y="531266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3568" y="5038344"/>
            <a:ext cx="10180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2026-03-23T13:45:01Z</dcterms:created>
  <dcterms:modified xsi:type="dcterms:W3CDTF">2026-03-23T13:45:01Z</dcterms:modified>
</cp:coreProperties>
</file>