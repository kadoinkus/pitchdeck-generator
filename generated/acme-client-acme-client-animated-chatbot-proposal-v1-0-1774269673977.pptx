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595360" y="5166360"/>
            <a:ext cx="2834640" cy="1115568"/>
          </a:xfrm>
          <a:prstGeom prst="roundRect">
            <a:avLst>
              <a:gd name="adj" fmla="val 65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96528" y="531266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9509760" y="5312664"/>
            <a:ext cx="171907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8796528" y="5568696"/>
            <a:ext cx="2450592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1 (title) :: Premium SaaS illustration for Animated Chatbot Proposal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2 (client-situation) :: Premium SaaS illustration for Client Situation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4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3 (concept) :: Premium SaaS illustration for Concept Direction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4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818120" y="498348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F8FB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19288" y="5129784"/>
            <a:ext cx="8229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4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[Image]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732520" y="5129784"/>
            <a:ext cx="245059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3155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image placeholder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19288" y="5385816"/>
            <a:ext cx="3182112" cy="5760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45679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Slide 4 (experience-design) :: Premium SaaS illustration for Experience Design slide. Animated chatbot context for Acme Client. Brand palette #0B1F4D, #00C4CC, #7D2AE8. No text overlays.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4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2026-03-23T12:41:13Z</dcterms:created>
  <dcterms:modified xsi:type="dcterms:W3CDTF">2026-03-23T12:41:13Z</dcterms:modified>
</cp:coreProperties>
</file>