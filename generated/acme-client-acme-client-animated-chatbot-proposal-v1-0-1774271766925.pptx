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1983232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867664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1599184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 (conversation-design) :: Premium SaaS illustration for Conversation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 (architecture) :: Premium SaaS illustration for Solution Architecture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00100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216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91540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0216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 (design-options) :: Premium SaaS illustration for Design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09560" y="4956048"/>
            <a:ext cx="1885696" cy="1060704"/>
          </a:xfrm>
          <a:prstGeom prst="roundRect">
            <a:avLst>
              <a:gd name="adj" fmla="val 689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510235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23960" y="5102352"/>
            <a:ext cx="770128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10728" y="5358384"/>
            <a:ext cx="1501648" cy="5852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8 (timeline) :: Premium SaaS illustration for Implementation Timeline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909560" y="4937760"/>
            <a:ext cx="1950720" cy="1097280"/>
          </a:xfrm>
          <a:prstGeom prst="roundRect">
            <a:avLst>
              <a:gd name="adj" fmla="val 666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10728" y="50840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823960" y="5084064"/>
            <a:ext cx="83515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10728" y="5340096"/>
            <a:ext cx="1566672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9 (pricing) :: Premium SaaS illustration for Pricing Options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09560" y="498348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823960" y="512978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10728" y="538581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10 (team) :: Premium SaaS illustration for Team &amp; Responsibilities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0" y="4709160"/>
            <a:ext cx="186944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73568" y="48554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[Image]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4855464"/>
            <a:ext cx="7538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73568" y="5111496"/>
            <a:ext cx="148539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 (next-steps) :: Premium SaaS illustration for Next Steps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2026-03-23T13:16:06Z</dcterms:created>
  <dcterms:modified xsi:type="dcterms:W3CDTF">2026-03-23T13:16:06Z</dcterms:modified>
</cp:coreProperties>
</file>