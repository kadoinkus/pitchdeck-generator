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324612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286207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333756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295351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295351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2953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2026-03-23T12:50:30Z</dcterms:created>
  <dcterms:modified xsi:type="dcterms:W3CDTF">2026-03-23T12:50:30Z</dcterms:modified>
</cp:coreProperties>
</file>