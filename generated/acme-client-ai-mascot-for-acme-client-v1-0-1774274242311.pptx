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4754880" cy="56692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6E1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PRESENTS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Mascot for Acme Client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E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playful, animated chatbot experience that feels premium and converts.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26694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132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C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59552" y="713232"/>
            <a:ext cx="5897880" cy="3317558"/>
          </a:xfrm>
          <a:prstGeom prst="roundRect">
            <a:avLst>
              <a:gd name="adj" fmla="val 22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822960"/>
            <a:ext cx="5532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42432" y="1033272"/>
            <a:ext cx="5577840" cy="28603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(cover) :: Premium clean slide visual for "AI Mascot Proposal".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26864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teams repeatedly handle similar questions manually.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39328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0496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on acme-client.com feels generic and not brand-distinctive.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20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746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2128" y="32461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3355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65008" y="356616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(problem) :: Premium clean slide visual for "The Problem".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Opportunity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becomes possible with the right assistant.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support into guided conversion moments.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engagement with a memorable character experience.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conversations while keeping premium brand tone.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(opportunity) :: Premium clean slide visual for "The Opportunity".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+ AI + interaction model.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5888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 + AI + Interaction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recognizable mascot with clear brand personality.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8616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28616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replies and smart routing.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94776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5944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UI flows that move users to next actions.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Notso AI Does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productized approach to animated AI assistants.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11680"/>
            <a:ext cx="4709160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A4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designs and deploys animated AI assistants that combine personality with measurable business value for Acme Client.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Personality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2824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voice, role, and emotional behavior.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51392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7696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&amp;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97696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polished mascot visuals and motion.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 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2824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intent flows for conversion and support.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behavior, trends, and outcomes.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Meet Sven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and tone profile.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65960"/>
            <a:ext cx="473659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452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is a helpful, expressive guide designed to keep interactions clear, friendly, and conversion-focused.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8463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and confident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Helpful under pressure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brand voice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and clear guidance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44988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454456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544568"/>
            <a:ext cx="225308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7731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481888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818888"/>
            <a:ext cx="1945843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50474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Playful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509320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5093208"/>
            <a:ext cx="1741018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3218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536752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5367528"/>
            <a:ext cx="209946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002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09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(meet-buddy) :: Premium clean slide visual for "Meet Sven".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Concept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moves across product moments.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Mascot welcomes users and frames intent quickly.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prompts guide users toward the right path.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adapt with each interaction.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CTA closes each flow with measurable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(experience-concept) :: Premium clean slide visual for "Experience Concept".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Chat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behind each conversation.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Greeting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(chat-flow) :: Premium clean slide visual for "Chat Flow".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Example Interaction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feels in a real user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8138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28800"/>
            <a:ext cx="6827520" cy="3840480"/>
          </a:xfrm>
          <a:prstGeom prst="roundRect">
            <a:avLst>
              <a:gd name="adj" fmla="val 19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38528"/>
            <a:ext cx="646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650748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(example-interaction) :: Premium clean slide visual for "Example Interaction".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7627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I need help selecting the right chair.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0" y="2651760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77977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Great, do you want ergonomic or lounge style?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3255264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3832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Ergonomic for long work sessions.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3858768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98678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I recommend Comfort LX006, want a quick comparison?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243584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outcome of this assistant.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713232"/>
            <a:ext cx="329184" cy="32918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8321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3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Increase conversion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2160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Lower support load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052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Boost engagement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944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Strengthen brand recall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&amp; Analytics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improve performance over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interaction is tracked and analyzed so teams can improve messaging, product guidance, and conversion outcomes.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for interactions and conversion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questions and intent trends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Dwell time and drop-off insight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monthly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(data-analytics) :: Premium clean slide visual for "Data &amp; Analytics".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You Get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Deployment-ready mascot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 character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expressive animations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assets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85032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336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Multichannel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58184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widget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support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deployment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01384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4536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reporting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notes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17736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activation media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0888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visuals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snippets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campaign-ready pack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 based on ambition and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6093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8470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That Fits Your Vision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EDEFF2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Basic - Chat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2.600,-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3D mascot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chat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emotion interactions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Premium - Chat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1184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24.000,-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40+ animations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LLM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 - Chat &amp; Voice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05088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38.000,-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1936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voice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 media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3-month execution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761488"/>
            <a:ext cx="9875520" cy="0"/>
          </a:xfrm>
          <a:prstGeom prst="line">
            <a:avLst/>
          </a:prstGeom>
          <a:noFill/>
          <a:ln w="12700">
            <a:solidFill>
              <a:srgbClr val="BFD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strategy, concept sign-off.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animation, flow implementation.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28432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Integration, launch, optimization.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Let's build Sven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build Sven and launch a premium conversational experience for Acme Client.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024128"/>
            <a:ext cx="5166360" cy="3874770"/>
          </a:xfrm>
          <a:prstGeom prst="roundRect">
            <a:avLst>
              <a:gd name="adj" fmla="val 188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133856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0" y="1344168"/>
            <a:ext cx="4846320" cy="34175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(closing) :: Premium clean slide visual for "Let’s Build This Together".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0" y="731520"/>
            <a:ext cx="310896" cy="31089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8412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3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Mascot for Acme Client - Acme Client</dc:title>
  <dc:subject>AI Mascot for Acme Client for Acme Client</dc:subject>
  <dc:creator>Max Kowalski</dc:creator>
  <cp:lastModifiedBy>Max Kowalski</cp:lastModifiedBy>
  <cp:revision>1</cp:revision>
  <dcterms:created xsi:type="dcterms:W3CDTF">2026-03-23T13:57:22Z</dcterms:created>
  <dcterms:modified xsi:type="dcterms:W3CDTF">2026-03-23T13:57:22Z</dcterms:modified>
</cp:coreProperties>
</file>