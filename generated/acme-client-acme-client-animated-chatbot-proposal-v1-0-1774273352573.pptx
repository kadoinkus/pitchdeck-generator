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0B6E6C">
              <a:alpha val="14000"/>
            </a:srgbClr>
          </a:solidFill>
          <a:ln w="12700">
            <a:solidFill>
              <a:srgbClr val="0B6E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30D89E">
              <a:alpha val="12000"/>
            </a:srgbClr>
          </a:solidFill>
          <a:ln w="12700">
            <a:solidFill>
              <a:srgbClr val="30D89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04B49"/>
          </a:solidFill>
          <a:ln w="12700">
            <a:solidFill>
              <a:srgbClr val="004B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6E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6E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6E6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2F4F6"/>
          </a:solidFill>
          <a:ln w="12700">
            <a:solidFill>
              <a:srgbClr val="F2F4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30D89E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B1D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2E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0B6E6C"/>
          </a:solidFill>
          <a:ln w="12700">
            <a:solidFill>
              <a:srgbClr val="0B6E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30D8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0D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#004B49, #30D89E, #0B6E6C.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04B49"/>
          </a:solidFill>
          <a:ln w="12700">
            <a:solidFill>
              <a:srgbClr val="004B4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2026-03-23T13:42:32Z</dcterms:created>
  <dcterms:modified xsi:type="dcterms:W3CDTF">2026-03-23T13:42:32Z</dcterms:modified>
</cp:coreProperties>
</file>