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2834640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 (title) :: Premium SaaS illustration for Animated Chatbot Proposal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 (client-situation) :: Premium SaaS illustration for Client Situation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 (concept) :: Premium SaaS illustration for Concept Direction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 (experience-design) :: Premium SaaS illustration for Experience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script establishes value in two exchanges and offers focused intent options.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Mid-flow logic handles FAQs, qualification, and objections with adaptive follow-ups.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logic escalates to human support with complete conversation context.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 (conversation-design) :: Premium SaaS illustration for Conversation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2026-03-23T12:56:13Z</dcterms:created>
  <dcterms:modified xsi:type="dcterms:W3CDTF">2026-03-23T12:56:13Z</dcterms:modified>
</cp:coreProperties>
</file>