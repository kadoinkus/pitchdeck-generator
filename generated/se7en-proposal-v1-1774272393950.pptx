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Se7en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https://example.com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visual: premium animated chatbot assistant for Se7en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support and pre-sales requests are handled manually and slowly.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https://example.com do not get immediate guided answers for high-intent questions.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chatbot behavior feels static and under-represents the brand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support and pre-sales requests are handled manually and slowly.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https://example.com do not get immediate guided answers for high-intent questions.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 animated assistant that reflects Notso AI's personality and communication style.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animated assistant that reflects Notso AI's personality and communication style.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motion language with smooth entrance and clear state transitions.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Low-cognitive-load layout: concise prompts, progressive disclosure, decisive CTA placement.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Accessibility-first defaults for contrast, keyboard flow, and reduced motion.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 introduces value and routes users in two turns.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map covers product discovery, pricing qualification, and support triage.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 hands over transcript and context to a human operator.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instrumentation for completion rates, escalations, and conversion impact.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Se7en</dc:title>
  <dc:subject>Animated Chatbot Proposal for Se7en</dc:subject>
  <dc:creator>Max Kowalski</dc:creator>
  <cp:lastModifiedBy>Max Kowalski</cp:lastModifiedBy>
  <cp:revision>1</cp:revision>
  <dcterms:created xsi:type="dcterms:W3CDTF">2026-03-23T13:26:33Z</dcterms:created>
  <dcterms:modified xsi:type="dcterms:W3CDTF">2026-03-23T13:26:33Z</dcterms:modified>
</cp:coreProperties>
</file>