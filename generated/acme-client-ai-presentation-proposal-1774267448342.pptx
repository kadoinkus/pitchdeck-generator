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4964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slide deck generator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516636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5376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your client is struggling with right now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9496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decks manually takes too much time.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keep reusing outdated slides.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hard to make every proposal feel tailored and polished.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0" y="26060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Clients decide faster when the story is clear, branded, and tailored to their situation. A strong deck turns information into confidence.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generator helps you produce better decks faster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0352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structured decks from a simple form.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slides visually consistent with your branding.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content per client in just a few minutes.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29400" y="1783080"/>
            <a:ext cx="448056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21488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Consistent structure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customization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Exportable PowerPoint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 for your business and your clients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Save time on repetitive deck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Pitch a more polished brand experience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Make proposals easier to personalize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Reuse a consistent structure across clients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process for making decks automatically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Collect the client details and goals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9476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Generate the first deck draft automatically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Review the deck and fine-tune the messaging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7260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Export the deck and send it 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Suggested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A branded slide deck generator for your team, including reusable templates, customizable content fields, and PowerPoint export.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0" y="109728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0372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slide styling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content fields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export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client-by-client customization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Let's build your next deck faster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 Kowalski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max@notso.ai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+31 6 40450599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19202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2514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Notso AI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Slide deck generator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OpenAI</dc:creator>
  <cp:lastModifiedBy>OpenAI</cp:lastModifiedBy>
  <cp:revision>1</cp:revision>
  <dcterms:created xsi:type="dcterms:W3CDTF">2026-03-23T12:04:08Z</dcterms:created>
  <dcterms:modified xsi:type="dcterms:W3CDTF">2026-03-23T12:04:08Z</dcterms:modified>
</cp:coreProperties>
</file>