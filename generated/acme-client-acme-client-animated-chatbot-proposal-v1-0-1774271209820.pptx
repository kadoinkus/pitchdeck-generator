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43800" y="-1097280"/>
            <a:ext cx="5669280" cy="5669280"/>
          </a:xfrm>
          <a:prstGeom prst="ellipse">
            <a:avLst/>
          </a:prstGeom>
          <a:solidFill>
            <a:srgbClr val="7D2AE8">
              <a:alpha val="14000"/>
            </a:srgbClr>
          </a:solidFill>
          <a:ln w="12700">
            <a:solidFill>
              <a:srgbClr val="7D2A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26480" y="2377440"/>
            <a:ext cx="4754880" cy="4754880"/>
          </a:xfrm>
          <a:prstGeom prst="ellipse">
            <a:avLst/>
          </a:prstGeom>
          <a:solidFill>
            <a:srgbClr val="00C4CC">
              <a:alpha val="12000"/>
            </a:srgbClr>
          </a:solidFill>
          <a:ln w="12700">
            <a:solidFill>
              <a:srgbClr val="00C4C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0"/>
            <a:ext cx="4142232" cy="6858000"/>
          </a:xfrm>
          <a:prstGeom prst="round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05840"/>
            <a:ext cx="676656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Acme Client Animated Chatbot Proposal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3232" y="224028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premium conversational assistant strategy for Acme Client.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for Acme Client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13232" y="3840480"/>
            <a:ext cx="6720840" cy="1097280"/>
          </a:xfrm>
          <a:prstGeom prst="roundRect">
            <a:avLst>
              <a:gd name="adj" fmla="val 6667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1E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06908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and launch an animated chatbot for acme-client.com that improves response quality, qualification speed, and conversion confidence.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95360" y="10972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Notso AI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595360" y="182880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Animated Chatbot Proposal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595360" y="2743200"/>
            <a:ext cx="2834640" cy="475488"/>
          </a:xfrm>
          <a:prstGeom prst="roundRect">
            <a:avLst>
              <a:gd name="adj" fmla="val 1538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0" y="2889504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Pitch Deck Proposal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595360" y="331012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DCE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https://www.acme-client.com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595360" y="3703320"/>
            <a:ext cx="2834640" cy="146304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2DA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96528" y="397764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Deck version: v1.0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Kowalski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max@notso.ai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595360" y="5166360"/>
            <a:ext cx="2834640" cy="1115568"/>
          </a:xfrm>
          <a:prstGeom prst="roundRect">
            <a:avLst>
              <a:gd name="adj" fmla="val 65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96528" y="531266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509760" y="5312664"/>
            <a:ext cx="171907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796528" y="5568696"/>
            <a:ext cx="2450592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 (title) :: Premium SaaS illustration for Animated Chatbot Proposal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/ 11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Client Situation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blocking growth today.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Create urgency with concrete pain points.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Acme Client loses momentum when visitors cannot get instant answers on acme-client.com.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and pre-sales requests are repeated manually across channels.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automated journeys lack distinctive brand voice and visual character.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clear baseline of current friction and missed opportunities. This anchors every design and budget decision that follows.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2 (client-situation) :: Premium SaaS illustration for Client Situation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11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Concept Direction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animated chatbot experience we propose.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Define the strategic concept in simple terms.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an animated chatbot persona aligned with Notso AI brand expression.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 users through concise decision paths with clear outcomes in each turn.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copy and prompts easy to update so the concept evolves without redesigning slides.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Stakeholders align on one concept narrative before visual and technical production starts.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3 (concept) :: Premium SaaS illustration for Concept Direction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/ 11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Experience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the assistant should look and feel.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Translate brand into interface and motion.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language combines high-contrast readability with calm, premium motion.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interactions prioritize quick intent routing and obvious next actions.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 system supports future channels while preserving consistent UX behavior.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Brand personality becomes tangible through animation behavior, interaction rhythm, and visual hierarchy.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4 (experience-design) :: Premium SaaS illustration for Experience Design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/ 11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Conversation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users move through key chatbot journeys.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Show interaction logic and clarity.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Opening script establishes value in two exchanges and offers focused intent options.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Mid-flow logic handles FAQs, qualification, and objections with adaptive follow-ups.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Fallback logic escalates to human support with complete conversation context.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get fast, guided responses while the business keeps control over quality and escalation paths.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5 (conversation-design) :: Premium SaaS illustration for Conversation Design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/ 11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Solution Architecture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system components and integrations.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Prove feasibility and operational ownership.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Widget layer, orchestration layer, and analytics layer remain cleanly separated.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Prompt/content management can be updated by non-technical stakeholders.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Telemetry tracks intent usage, drop-offs, and conversion influence per flow.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 remains maintainable: content can be updated quickly, integrations stay modular, and metrics are measurable.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6 (architecture) :: Premium SaaS illustration for Solution Architecture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/ 11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Options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visual directions for the chatbot.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Give clear style choices and trade-offs.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A - Brand Mascot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1556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Friendly character-led interface with expressive motion cues.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1772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9204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7D2AE8"/>
          </a:solidFill>
          <a:ln w="12700">
            <a:solidFill>
              <a:srgbClr val="7D2A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6519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B - Premium Concierge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1032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Elegant assistant aesthetic with restrained animation.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41248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5995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C - Product Specialist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70508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Utility-first UI with rapid decision support.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001000" y="4956048"/>
            <a:ext cx="3246120" cy="1060704"/>
          </a:xfrm>
          <a:prstGeom prst="roundRect">
            <a:avLst>
              <a:gd name="adj" fmla="val 689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02168" y="510235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915400" y="5102352"/>
            <a:ext cx="213055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02168" y="5358384"/>
            <a:ext cx="2862072" cy="5852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7 (design-options) :: Premium SaaS illustration for Design Options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/ 11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Timeline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kickoff to launch in clear phases.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Show pace, ownership, and milestones.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8041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3281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8FA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1-2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Discovery, baseline metrics, and outcome framing.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6646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886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0901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4F7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9189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3-4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9189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storyboard, visual direction, and scripted prototype.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65251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0491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9506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8FA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7794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5-6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7794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implementation, integration, and QA.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99096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8111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4F7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6399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7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06399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Launch preparation, enablement, and optimization backlog.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909560" y="4956048"/>
            <a:ext cx="3337560" cy="1060704"/>
          </a:xfrm>
          <a:prstGeom prst="roundRect">
            <a:avLst>
              <a:gd name="adj" fmla="val 689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10728" y="510235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823960" y="5102352"/>
            <a:ext cx="22219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110728" y="5358384"/>
            <a:ext cx="2953512" cy="5852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8 (timeline) :: Premium SaaS illustration for Implementation Timeline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/ 11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Pricing Options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Flexible packages based on scope and velocity.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Make commercial decisions easier.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8.500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9728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assistant experience, 3 user flows, launch setup.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EEF8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Growth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9204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14.500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89204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Expanded flows, richer animation system, analytics dashboard.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5820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Scale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8680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22.000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68680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Multi-language rollout, CRM integrations, optimization loop.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909560" y="4937760"/>
            <a:ext cx="3337560" cy="1097280"/>
          </a:xfrm>
          <a:prstGeom prst="roundRect">
            <a:avLst>
              <a:gd name="adj" fmla="val 666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10728" y="508406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823960" y="5084064"/>
            <a:ext cx="22219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110728" y="5340096"/>
            <a:ext cx="2953512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9 (pricing) :: Premium SaaS illustration for Pricing Options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/ 11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&amp; Responsibilities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does what across delivery.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Build trust in execution capability.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4712" y="213969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00200" y="205740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Strategy Lead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00200" y="24048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Owns problem framing, priorities, and decision velocity.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46520" y="17830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02552" y="213969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78040" y="205740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Conversation Designer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178040" y="24048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Designs scripts, guardrails, and fallback behavior.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68680" y="32918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24712" y="364845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00200" y="35661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Motion/UI Designer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600200" y="39136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Crafts visual identity and animated interaction language.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46520" y="32918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02552" y="364845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78040" y="35661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Engineer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78040" y="39136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Delivers integration, release hardening, and monitoring.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909560" y="4983480"/>
            <a:ext cx="33375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1072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823960" y="5129784"/>
            <a:ext cx="22219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110728" y="5385816"/>
            <a:ext cx="29535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10 (team) :: Premium SaaS illustration for Team &amp; Responsibilities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11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Steps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points and kickoff actions.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Convert alignment into action.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192938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84832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37360" y="201168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direction, package, and decision stakeholders.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2770632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1560" y="291693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5296" y="3072384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37360" y="2999232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kickoff workshop and validate measurable success criteria.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" y="3758184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390448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25296" y="4059936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737360" y="3986784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final scope and begin discovery sprint immediately.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0" y="1783080"/>
            <a:ext cx="3566160" cy="36118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0" y="20299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Contact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046720" y="2468880"/>
            <a:ext cx="292608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Kowalski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max@notso.ai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+31 6 40450599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046720" y="3950208"/>
            <a:ext cx="2834640" cy="566928"/>
          </a:xfrm>
          <a:prstGeom prst="roundRect">
            <a:avLst>
              <a:gd name="adj" fmla="val 12903"/>
            </a:avLst>
          </a:prstGeom>
          <a:solidFill>
            <a:srgbClr val="7D2AE8"/>
          </a:solidFill>
          <a:ln w="12700">
            <a:solidFill>
              <a:srgbClr val="7D2A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413308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Kickoff Ready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772400" y="470916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73568" y="485546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686800" y="485546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973568" y="511149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11 (next-steps) :: Premium SaaS illustration for Next Steps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/ 11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Notso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Acme Client Animated Chatbot Proposal - Acme Client</dc:title>
  <dc:subject>Acme Client Animated Chatbot Proposal for Acme Client</dc:subject>
  <dc:creator>Max Kowalski</dc:creator>
  <cp:lastModifiedBy>Max Kowalski</cp:lastModifiedBy>
  <cp:revision>1</cp:revision>
  <dcterms:created xsi:type="dcterms:W3CDTF">2026-03-23T13:06:49Z</dcterms:created>
  <dcterms:modified xsi:type="dcterms:W3CDTF">2026-03-23T13:06:49Z</dcterms:modified>
</cp:coreProperties>
</file>