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Se7en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premium chatbot experience that converts and delights.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hero visual with Sven and tablet mockup for Se7en.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loses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 the same pre-sales and service responses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automation lacks brand personality and emotional connection.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loses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Problem-state visual with fragmented customer support journey.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 digital buddy with recognizable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intent handling and dynamic guidance.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UI for web, mobile, and campaign touchpoints.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Notso AI, we design and deploy animated AI characters that turn support and sales conversations into premium experiences.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define tone,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High-quality mascot animation and motion direction.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chat logic with conversion intent.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visibility for performance and optimization.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playful but practical assistant that guides users with empathy, clarity, and speed.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professional tone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Emotion-aware replies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Brand-consistent language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Conversion-focused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894637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66621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full character hero render with expressions.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starts on website, greeted by mascot assistant.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routes intent to product, support, or booking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to user behavior and preference.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Outcome-driven CTA closes loop with conversion or handoff.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concept visual flow with mascot between touchpoints.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funnel visual with step-by-step conversation blocks.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interaction mockup with realistic chat bubbles and mascot.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picking the best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Buddy: Great, do you prefer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Buddy: I recommend Comfort LX006, would you like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 rate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Reduce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Improve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branded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to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conversation and conversion metrics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topic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 volume and dwell-time tracking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dashboard visual with clean charts and KPIs.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based on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Template rig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based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Custom-designed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Full rig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concept alignment, and storyboard.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production, conversation flow build.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 readiness, optimization kickoff.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Sven together and launch a premium conversational experience.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hero visual for Sven with confident CTA.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Se7en - Se7en</dc:title>
  <dc:subject>AI Mascot for Se7en for Se7en</dc:subject>
  <dc:creator>Max Kowalski</dc:creator>
  <cp:lastModifiedBy>Max Kowalski</cp:lastModifiedBy>
  <cp:revision>1</cp:revision>
  <dcterms:created xsi:type="dcterms:W3CDTF">2026-03-23T14:05:44Z</dcterms:created>
  <dcterms:modified xsi:type="dcterms:W3CDTF">2026-03-23T14:05:44Z</dcterms:modified>
</cp:coreProperties>
</file>