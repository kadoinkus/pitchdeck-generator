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conversational assistant that feels premium, helpful, and on-brand.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Pilot Co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experience that improves response speed and lead quality.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https://pilot.co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2834640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245059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 visual: premium animated chatbot assistant for Pilot Co website experience.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Co support and pre-sales requests are handled manually and slowly.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on https://pilot.co do not get immediate guided answers for high-intent questions.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chatbot behavior feels static and under-represents the brand quality.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Three-direction moodboard for playful, premium concierge, and expert chatbot styles.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animated assistant that reflects Notso AI's personality and communication style.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intent paths for discovery, qualification, and support resolution.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Prompt/content system that can be updated fast without reworking the whole UX.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roadmap visual from discovery to launch and optimization.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motion language with smooth entrance and clear state transitions.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Low-cognitive-load layout: concise prompts, progressive disclosure, decisive CTA placement.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Accessibility-first defaults for contrast, keyboard flow, and reduced motion.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and motion moodboard with clean premium SaaS patterns.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 sequence introduces value and routes users in two turns.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map covers product discovery, pricing qualification, and support triage.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 hands over transcript and context to a human operator.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 flow visual with intent routing and escalation nodes.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conversation layer across website widget and in-product assistant.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knowledge base and scripted prompts managed through a lightweight CMS.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instrumentation for completion rates, escalations, and conversion impact.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architecture diagram with chatbot, CMS, and analytics layers.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Playful Guide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Rounded mascot with expressive gestures and optimistic tone.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Refined avatar, elegant transitions, and restrained palette.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Expert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Utility-first interaction model with speed-focused visuals.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4956048"/>
            <a:ext cx="324612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216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15400" y="5102352"/>
            <a:ext cx="21305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02168" y="5358384"/>
            <a:ext cx="286207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distinct design directions for chatbot avatar and interaction style.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benchmarks, and measurable KPI definition.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direction and conversation prototype sign-off.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build, integrations, and QA hardening.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09560" y="4956048"/>
            <a:ext cx="333756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23960" y="5102352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10728" y="5358384"/>
            <a:ext cx="295351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Roadmap-style timeline visual from discovery to launch.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problem framing, scope clarity, and success metric alignment.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Designs dialogue logic,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visual language, animation behavior, and interaction polish.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Delivers integration, deployment, and operational stability.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498348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512978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0728" y="5385816"/>
            <a:ext cx="29535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responsibility visual showing delivery roles and ownership.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preferred concept direction and commercial package.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stakeholder kickoff with product, marketing, and support.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discovery sprint and deliver first interactive prototype.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70916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485546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73568" y="511149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and kickoff action visual with clear momentum.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Animated Chatbot Proposal - Pilot Co</dc:title>
  <dc:subject>Animated Chatbot Proposal for Pilot Co</dc:subject>
  <dc:creator>Max Kowalski</dc:creator>
  <cp:lastModifiedBy>Max Kowalski</cp:lastModifiedBy>
  <cp:revision>1</cp:revision>
  <dcterms:created xsi:type="dcterms:W3CDTF">2026-03-23T12:50:11Z</dcterms:created>
  <dcterms:modified xsi:type="dcterms:W3CDTF">2026-03-23T12:50:11Z</dcterms:modified>
</cp:coreProperties>
</file>