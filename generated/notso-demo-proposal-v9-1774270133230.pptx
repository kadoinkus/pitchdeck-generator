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Notso Demo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https://www.notso.ai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visual: premium animated chatbot assistant for Notso Demo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Demo support and pre-sales requests are handled manually and slowly.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 https://www.notso.ai do not get immediate guided answers for high-intent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behavior feels static and under-represents the brand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assistant that reflects Notso AI's personality and communication style.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intent paths for discovery, qualification, and support resolution.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system that can be updated fast without reworking the whole UX.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motion language with smooth entrance and clear state transitions.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Low-cognitive-load layout: concise prompts, progressive disclosure, decisive CTA placement.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Accessibility-first defaults for contrast, keyboard flow, and reduced motion.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sequence introduces value and routes users in two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map covers product discovery, pricing qualification, and support triage.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hands over transcript and context to a human operator.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conversation layer across website widget and in-product assistant.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knowledge base and scripted prompts managed through a lightweight CMS.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instrumentation for completion rates, escalations, and conversion impact.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Notso Demo</dc:title>
  <dc:subject>Animated Chatbot Proposal for Notso Demo</dc:subject>
  <dc:creator>Max Kowalski</dc:creator>
  <cp:lastModifiedBy>Max Kowalski</cp:lastModifiedBy>
  <cp:revision>1</cp:revision>
  <dcterms:created xsi:type="dcterms:W3CDTF">2026-03-23T12:48:53Z</dcterms:created>
  <dcterms:modified xsi:type="dcterms:W3CDTF">2026-03-23T12:48:53Z</dcterms:modified>
</cp:coreProperties>
</file>