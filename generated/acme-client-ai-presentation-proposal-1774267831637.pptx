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0"/>
            <a:ext cx="409925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109728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Presentation Proposal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58368" y="2240280"/>
            <a:ext cx="5394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faster way to create polished client decks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549640" y="100584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549640" y="16916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Automatic slide deck generator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549640" y="5166360"/>
            <a:ext cx="2468880" cy="658368"/>
          </a:xfrm>
          <a:prstGeom prst="roundRect">
            <a:avLst>
              <a:gd name="adj" fmla="val 11111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49640" y="5376672"/>
            <a:ext cx="2468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Proposal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challenge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your client is struggling with right now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9496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Creating decks manually takes too much time.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keep reusing outdated slides.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is hard to make every proposal feel tailored and polished.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858000" y="1737360"/>
            <a:ext cx="438912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223760" y="21031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223760" y="260604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34155"/>
                </a:solidFill>
              </a:rPr>
              <a:t>Clients decide faster when the story is clear, branded, and tailored to their situation. A strong deck turns information into confidence.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generator helps you produce better decks faster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530352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 structured decks from a simple form.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slides visually consistent with your branding.</a:t>
            </a:r>
            <a:endParaRPr lang="en-US" sz="2000" dirty="0"/>
          </a:p>
          <a:p>
            <a:pPr marL="203200" indent="-203200">
              <a:buSzPct val="100000"/>
              <a:buChar char="•"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Customize content per client in just a few minutes.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629400" y="1783080"/>
            <a:ext cx="4480560" cy="310896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78040" y="2148840"/>
            <a:ext cx="329184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Consistent structure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 customization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Exportable PowerPoint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benefits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this means for your business and your clients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058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002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Save time on repetitive deck creation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17920" y="16916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19933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9933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Pitch a more polished brand experience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7315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6002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Make proposals easier to personalize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3520440"/>
            <a:ext cx="47548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92240" y="3822192"/>
            <a:ext cx="411480" cy="41148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86600" y="3822192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Reuse a consistent structure across clients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workflow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process for making decks automatically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828800" cy="0"/>
          </a:xfrm>
          <a:prstGeom prst="line">
            <a:avLst/>
          </a:prstGeom>
          <a:noFill/>
          <a:ln w="127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Collect the client details and goals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1188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9476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79476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Generate the first deck draft automatically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40080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58368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Review the deck and fine-tune the messaging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2148840"/>
            <a:ext cx="2240280" cy="1874520"/>
          </a:xfrm>
          <a:prstGeom prst="roundRect">
            <a:avLst>
              <a:gd name="adj" fmla="val 3902"/>
            </a:avLst>
          </a:prstGeom>
          <a:solidFill>
            <a:srgbClr val="EEF2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72600" y="23317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04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372600" y="27432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Export the deck and send it out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Suggested setup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31520" y="16002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</a:rPr>
              <a:t>A branded slide deck generator for your team, including reusable templates, customizable content fields, and PowerPoint export.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583680" y="1097280"/>
            <a:ext cx="44805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0" y="155448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</a:rPr>
              <a:t>Included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903720" y="2011680"/>
            <a:ext cx="3474720" cy="22860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Branded slide styling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content fields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PowerPoint export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Easy client-by-client customization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4173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</a:rPr>
              <a:t>Let's build your next deck faster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2377440"/>
            <a:ext cx="4114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 Kowalski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max@notso.ai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+31 6 40450599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34747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26680" y="251460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Notso AI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11827"/>
                </a:solidFill>
              </a:rPr>
              <a:t>Slide deck generator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6510528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Presentation Proposal - Acme Client</dc:title>
  <dc:subject>AI Presentation Proposal for Acme Client</dc:subject>
  <dc:creator>OpenAI</dc:creator>
  <cp:lastModifiedBy>OpenAI</cp:lastModifiedBy>
  <cp:revision>1</cp:revision>
  <dcterms:created xsi:type="dcterms:W3CDTF">2026-03-23T12:10:31Z</dcterms:created>
  <dcterms:modified xsi:type="dcterms:W3CDTF">2026-03-23T12:10:31Z</dcterms:modified>
</cp:coreProperties>
</file>