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0"/>
            <a:ext cx="409925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Presentation Proposal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224028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faster way to create polished client decks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549640" y="1005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49640" y="1691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 slide deck generator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549640" y="5166360"/>
            <a:ext cx="2468880" cy="658368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49640" y="537667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challenge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your client is struggling with right now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8288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539496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Creating decks manually takes too much time.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keep reusing outdated slides.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hard to make every proposal feel tailored and polished.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0" y="1737360"/>
            <a:ext cx="4389120" cy="3200400"/>
          </a:xfrm>
          <a:prstGeom prst="round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2103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Why this matters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223760" y="260604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Clients decide faster when the story is clear, branded, and tailored to their situation. A strong deck turns information into confidence.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solution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generator helps you produce better decks faster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8288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530352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structured decks from a simple form.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slides visually consistent with your branding.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Customize content per client in just a few minutes.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629400" y="1783080"/>
            <a:ext cx="448056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78040" y="2148840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Consistent structure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 customization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Exportable PowerPoint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benefits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means for your business and your clients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8288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993392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19933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Save time on repetitive deck creation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993392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86600" y="19933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Pitch a more polished brand experience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352044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3822192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0200" y="38221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Make proposals easier to personalize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0" y="352044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3822192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38221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Reuse a consistent structure across clients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repeatable process for making decks automatically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8288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48840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331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Collect the client details and goals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11880" y="2148840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4760" y="2331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94760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Generate the first deck draft automatically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148840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331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Review the deck and fine-tune the messaging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89720" y="2148840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72600" y="2331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372600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Export the deck and send it out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Suggested setup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A branded slide deck generator for your team, including reusable templates, customizable content fields, and PowerPoint export.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583680" y="1097280"/>
            <a:ext cx="44805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0" y="1554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Included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903720" y="2011680"/>
            <a:ext cx="347472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Branded slide styling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content fields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PowerPoint export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client-by-client customization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173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Let's build your next deck faster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Max Kowalski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max@notso.ai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+31 6 40450599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0" y="19202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26680" y="2514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Notso AI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Slide deck generator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Presentation Proposal - Acme Client</dc:title>
  <dc:subject>AI Presentation Proposal for Acme Client</dc:subject>
  <dc:creator>OpenAI</dc:creator>
  <cp:lastModifiedBy>OpenAI</cp:lastModifiedBy>
  <cp:revision>1</cp:revision>
  <dcterms:created xsi:type="dcterms:W3CDTF">2026-03-23T11:57:44Z</dcterms:created>
  <dcterms:modified xsi:type="dcterms:W3CDTF">2026-03-23T11:57:44Z</dcterms:modified>
</cp:coreProperties>
</file>