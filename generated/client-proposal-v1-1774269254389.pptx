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-1097280"/>
            <a:ext cx="5669280" cy="5669280"/>
          </a:xfrm>
          <a:prstGeom prst="ellipse">
            <a:avLst/>
          </a:prstGeom>
          <a:solidFill>
            <a:srgbClr val="7D2AE8">
              <a:alpha val="14000"/>
            </a:srgbClr>
          </a:solidFill>
          <a:ln w="12700">
            <a:solidFill>
              <a:srgbClr val="7D2A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0" y="2377440"/>
            <a:ext cx="4754880" cy="4754880"/>
          </a:xfrm>
          <a:prstGeom prst="ellipse">
            <a:avLst/>
          </a:prstGeom>
          <a:solidFill>
            <a:srgbClr val="00C4CC">
              <a:alpha val="12000"/>
            </a:srgbClr>
          </a:solidFill>
          <a:ln w="12700">
            <a:solidFill>
              <a:srgbClr val="00C4C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2232" cy="6858000"/>
          </a:xfrm>
          <a:prstGeom prst="round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Animated Chatbot Proposal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2402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conversational assistant that feels premium, helpful, and on-brand.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Acme Client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3840480"/>
            <a:ext cx="672084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1E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06908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and launch an animated chatbot experience that improves response speed and lead quality.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95360" y="10972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Notso AI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595360" y="182880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Animated Chatbot Proposal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95360" y="2743200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288950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Pitch Deck Proposal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595360" y="331012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CE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https://www.acme-client.com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595360" y="370332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2DA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96528" y="397764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version: v1.0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11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 Situation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blocking growth today.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Create urgency with concrete pain points.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Acme Client support and pre-sales requests are handled manually and slowly.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on https://www.acme-client.com do not get immediate guided answers for high-intent questions.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chatbot behavior feels static and under-represents the brand quality.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 baseline of current friction and missed opportunities. This anchors every design and budget decision that follows.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 Direction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animated chatbot experience we propose.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Define the strategic concept in simple terms.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animated assistant that reflects Notso AI's personality and communication style.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intent paths for discovery, qualification, and support resolution.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Prompt/content system that can be updated fast without reworking the whole UX.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Stakeholders align on one concept narrative before visual and technical production starts.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Experience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assistant should look and feel.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Translate brand into interface and motion.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Premium motion language with smooth entrance and clear state transitions.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Low-cognitive-load layout: concise prompts, progressive disclosure, decisive CTA placement.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Accessibility-first defaults for contrast, keyboard flow, and reduced motion.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 personality becomes tangible through animation behavior, interaction rhythm, and visual hierarchy.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users move through key chatbot journeys.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Show interaction logic and clarity.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Welcome sequence introduces value and routes users in two turns.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Intent map covers product discovery, pricing qualification, and support triage.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Escalation path hands over transcript and context to a human operator.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get fast, guided responses while the business keeps control over quality and escalation paths.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system components and integrations.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Prove feasibility and operational ownership.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conversation layer across website widget and in-product assistant.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knowledge base and scripted prompts managed through a lightweight CMS.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instrumentation for completion rates, escalations, and conversion impact.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remains maintainable: content can be updated quickly, integrations stay modular, and metrics are measurable.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/ 11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visual directions for the chatbot.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Give clear style choices and trade-offs.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A - Playful Guide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1556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Rounded mascot with expressive gestures and optimistic tone.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1772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6519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B - Premium Concierge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1032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Refined avatar, elegant transitions, and restrained palette.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41248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5995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C - Product Expert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70508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Utility-first interaction model with speed-focused visuals.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/ 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Timeline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kickoff to launch in clear phases.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Show pace, ownership, and milestones.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804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3281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1-2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Discovery, benchmarks, and measurable KPI definition.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6646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886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090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918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3-4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918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direction and conversation prototype sign-off.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525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0491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50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79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5-6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779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build, integrations, and QA hardening.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99096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811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639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0639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Launch, enablement, and optimization backlog.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/ 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Pricing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Flexible packages based on scope and velocity.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Make commercial decisions easier.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8.500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9728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assistant with 3 high-impact flows and launch support.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EEF8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Growth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14.500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89204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Expanded flow library, richer animation system, analytics dashboard.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5820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Scale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22.000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68680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Multi-language, CRM automation, and experimentation framework.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/ 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&amp; Responsibilities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does what across delivery.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Build trust in execution capability.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4712" y="213969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020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Strategy Lead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0020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Owns problem framing, scope clarity, and success metric alignment.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4652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02552" y="213969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Designer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7804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Designs dialogue logic, guardrails, and fallback behavior.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868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24712" y="364845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0020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Motion/UI Designer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0020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Defines visual language, animation behavior, and interaction polish.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4652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02552" y="364845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7804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Engineer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7804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Delivers integration, deployment, and operational stability.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points and kickoff actions.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Convert alignment into action.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192938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84832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37360" y="201168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preferred concept direction and commercial package.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2770632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291693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3072384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7360" y="2999232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 stakeholder kickoff with product, marketing, and support.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3758184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390448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5296" y="4059936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37360" y="3986784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discovery sprint and deliver first interactive prototype.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0" y="1783080"/>
            <a:ext cx="3566160" cy="36118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20299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Contact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46720" y="246888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+31 6 40450599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46720" y="3950208"/>
            <a:ext cx="2834640" cy="566928"/>
          </a:xfrm>
          <a:prstGeom prst="roundRect">
            <a:avLst>
              <a:gd name="adj" fmla="val 12903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413308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Kickoff Ready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Notso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Animated Chatbot Proposal - Acme Client</dc:title>
  <dc:subject>Animated Chatbot Proposal for Acme Client</dc:subject>
  <dc:creator>Max Kowalski</dc:creator>
  <cp:lastModifiedBy>Max Kowalski</cp:lastModifiedBy>
  <cp:revision>1</cp:revision>
  <dcterms:created xsi:type="dcterms:W3CDTF">2026-03-23T12:34:14Z</dcterms:created>
  <dcterms:modified xsi:type="dcterms:W3CDTF">2026-03-23T12:34:14Z</dcterms:modified>
</cp:coreProperties>
</file>