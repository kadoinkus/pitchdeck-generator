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92440" y="0"/>
            <a:ext cx="4099255" cy="68580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097280"/>
            <a:ext cx="6035040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Presentation Proposal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58368" y="2240280"/>
            <a:ext cx="5394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faster way to create polished client decks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Prepared for Acme Client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549640" y="10058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Notso AI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549640" y="16916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Automatic slide deck generator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549640" y="5166360"/>
            <a:ext cx="2468880" cy="658368"/>
          </a:xfrm>
          <a:prstGeom prst="roundRect">
            <a:avLst>
              <a:gd name="adj" fmla="val 11111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49640" y="5376672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Proposal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challenge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your client is struggling with right now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261872"/>
            <a:ext cx="1828800" cy="0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45920"/>
            <a:ext cx="5394960" cy="3840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203200" indent="-203200"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Creating decks manually takes too much time.</a:t>
            </a:r>
            <a:endParaRPr lang="en-US" sz="2000" dirty="0"/>
          </a:p>
          <a:p>
            <a:pPr marL="203200" indent="-203200"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Teams keep reusing outdated slides.</a:t>
            </a:r>
            <a:endParaRPr lang="en-US" sz="2000" dirty="0"/>
          </a:p>
          <a:p>
            <a:pPr marL="203200" indent="-203200"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is hard to make every proposal feel tailored and polished.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858000" y="1737360"/>
            <a:ext cx="4389120" cy="3200400"/>
          </a:xfrm>
          <a:prstGeom prst="roundRect">
            <a:avLst>
              <a:gd name="adj" fmla="val 2286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223760" y="21031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Why this matters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223760" y="2606040"/>
            <a:ext cx="3383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</a:rPr>
              <a:t>Clients decide faster when the story is clear, branded, and tailored to their situation. A strong deck turns information into confidence.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651052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solution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the generator helps you produce better decks faster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261872"/>
            <a:ext cx="1828800" cy="0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45920"/>
            <a:ext cx="5303520" cy="3840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203200" indent="-203200"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 structured decks from a simple form.</a:t>
            </a:r>
            <a:endParaRPr lang="en-US" sz="2000" dirty="0"/>
          </a:p>
          <a:p>
            <a:pPr marL="203200" indent="-203200"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the slides visually consistent with your branding.</a:t>
            </a:r>
            <a:endParaRPr lang="en-US" sz="2000" dirty="0"/>
          </a:p>
          <a:p>
            <a:pPr marL="203200" indent="-203200"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Customize content per client in just a few minutes.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629400" y="1783080"/>
            <a:ext cx="4480560" cy="310896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78040" y="2148840"/>
            <a:ext cx="32918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Consistent structure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+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Fast customization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+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Exportable PowerPoint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651052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benefits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this means for your business and your clients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261872"/>
            <a:ext cx="1828800" cy="0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691640"/>
            <a:ext cx="47548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5840" y="1993392"/>
            <a:ext cx="411480" cy="4114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00200" y="1993392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Save time on repetitive deck creation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217920" y="1691640"/>
            <a:ext cx="47548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92240" y="1993392"/>
            <a:ext cx="411480" cy="4114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86600" y="1993392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Pitch a more polished brand experience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31520" y="3520440"/>
            <a:ext cx="47548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05840" y="3822192"/>
            <a:ext cx="411480" cy="4114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600200" y="3822192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Make proposals easier to personalize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217920" y="3520440"/>
            <a:ext cx="47548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92240" y="3822192"/>
            <a:ext cx="411480" cy="4114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86600" y="3822192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Reuse a consistent structure across clients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651052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Simple workflow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repeatable process for making decks automatically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261872"/>
            <a:ext cx="1828800" cy="0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148840"/>
            <a:ext cx="2240280" cy="1874520"/>
          </a:xfrm>
          <a:prstGeom prst="roundRect">
            <a:avLst>
              <a:gd name="adj" fmla="val 3902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3317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274320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Collect the client details and goals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611880" y="2148840"/>
            <a:ext cx="2240280" cy="1874520"/>
          </a:xfrm>
          <a:prstGeom prst="roundRect">
            <a:avLst>
              <a:gd name="adj" fmla="val 3902"/>
            </a:avLst>
          </a:prstGeom>
          <a:solidFill>
            <a:srgbClr val="EEF2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94760" y="23317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</a:rPr>
              <a:t>02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794760" y="274320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Generate the first deck draft automatically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00800" y="2148840"/>
            <a:ext cx="2240280" cy="1874520"/>
          </a:xfrm>
          <a:prstGeom prst="roundRect">
            <a:avLst>
              <a:gd name="adj" fmla="val 3902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0" y="23317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</a:rPr>
              <a:t>03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583680" y="274320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Review the deck and fine-tune the messaging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9189720" y="2148840"/>
            <a:ext cx="2240280" cy="1874520"/>
          </a:xfrm>
          <a:prstGeom prst="roundRect">
            <a:avLst>
              <a:gd name="adj" fmla="val 3902"/>
            </a:avLst>
          </a:prstGeom>
          <a:solidFill>
            <a:srgbClr val="EEF2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72600" y="23317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</a:rPr>
              <a:t>04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372600" y="274320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Export the deck and send it out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651052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82296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Suggested setup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600200"/>
            <a:ext cx="5029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2E8F0"/>
                </a:solidFill>
              </a:rPr>
              <a:t>A branded slide deck generator for your team, including reusable templates, customizable content fields, and PowerPoint export.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583680" y="1097280"/>
            <a:ext cx="448056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040880" y="1554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</a:rPr>
              <a:t>Included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903720" y="2011680"/>
            <a:ext cx="3474720" cy="22860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Branded slide styling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Reusable content fields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PowerPoint export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Easy client-by-client customization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41732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Let's build your next deck faster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2377440"/>
            <a:ext cx="4114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</a:rPr>
              <a:t>Max Kowalski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</a:rPr>
              <a:t>max@notso.ai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</a:rPr>
              <a:t>+31 6 40450599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0" y="1920240"/>
            <a:ext cx="347472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26680" y="251460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1827"/>
                </a:solidFill>
              </a:rPr>
              <a:t>Notso AI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111827"/>
                </a:solidFill>
              </a:rPr>
              <a:t>Slide deck generator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651052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Notso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Presentation Proposal - Acme Client</dc:title>
  <dc:subject>AI Presentation Proposal for Acme Client</dc:subject>
  <dc:creator>OpenAI</dc:creator>
  <cp:lastModifiedBy>OpenAI</cp:lastModifiedBy>
  <cp:revision>1</cp:revision>
  <dcterms:created xsi:type="dcterms:W3CDTF">2026-03-23T12:10:19Z</dcterms:created>
  <dcterms:modified xsi:type="dcterms:W3CDTF">2026-03-23T12:10:19Z</dcterms:modified>
</cp:coreProperties>
</file>