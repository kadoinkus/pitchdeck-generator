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layer, orchestration layer, and analytics layer remain cleanly separated.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management can be updated by non-technical stakeholders.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tracks intent usage, drop-offs, and conversion influence per 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 (architecture) :: Premium SaaS illustration for Solution Architecture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 (next-steps) :: Premium SaaS illustration for Next Steps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2026-03-23T12:42:47Z</dcterms:created>
  <dcterms:modified xsi:type="dcterms:W3CDTF">2026-03-23T12:42:47Z</dcterms:modified>
</cp:coreProperties>
</file>