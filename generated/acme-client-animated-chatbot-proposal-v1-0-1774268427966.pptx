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conversational assistant that feels premium, helpful, and on-brand.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proposal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requests are answered inconsistently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pages convert below target because visitors do not get instant guidance.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feels static and does not match your brand personality.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character that reflects the brand voice and tone.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conversation flows for lead capture, FAQ, and qualification.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prompt framework so teams can ship updates quickly.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motion language with calm entrance and micro-feedback loops.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interaction hierarchy: intent selection, answer cards, follow-up prompts.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baseline: readable contrast, keyboard support, reduced-motion mode.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flow introduces value in 2 short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router separates product, pricing, and support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to human team with transcript handoff.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widget and in-app panel share one conversation engine.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layer backed by a lightweight CMS for non-technical edits.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event model for intents, drop-off points, and conversion.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soft motion and bright accents.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avatar with elegant transitions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Interface-led assistant focused on precision and quick actions.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scope lock, and success metrics.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concept and conversation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and optimization sprint.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chatbot, 3 flows,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animation, analytics dashboard, and 8 flows.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Multi-language, CRM integrations,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solution framing and KPI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scripts, guardrails, and fallback intents.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visuals, animation behavior, and assets.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build, integration, and deployment.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preferred design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a kickoff workshop with key stakeholders.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Chatbot Proposal - Acme Client</dc:title>
  <dc:subject>Animated Chatbot Proposal for Acme Client</dc:subject>
  <dc:creator>Max Kowalski</dc:creator>
  <cp:lastModifiedBy>Max Kowalski</cp:lastModifiedBy>
  <cp:revision>1</cp:revision>
  <dcterms:created xsi:type="dcterms:W3CDTF">2026-03-23T12:20:27Z</dcterms:created>
  <dcterms:modified xsi:type="dcterms:W3CDTF">2026-03-23T12:20:27Z</dcterms:modified>
</cp:coreProperties>
</file>