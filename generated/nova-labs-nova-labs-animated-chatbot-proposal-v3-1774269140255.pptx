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Nova Labs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concept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Nova Labs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objective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https://nova-labs.ai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9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Nova Labs support and pre-sales requests are handled manually and slowly.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on https://nova-labs.ai do not get immediate guided answers for high-intent questions.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chatbot behavior feels static and under-represents the brand quality.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animated assistant that reflects Notso AI's personality and communication style.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intent paths for discovery, qualification, and support resolution.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Prompt/content system that can be updated fast without reworking the whole UX.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motion language with smooth entrance and clear state transitions.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Low-cognitive-load layout: concise prompts, progressive disclosure, decisive CTA placement.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Accessibility-first defaults for contrast, keyboard flow, and reduced motion.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 sequence introduces value and routes users in two turns.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map covers product discovery, pricing qualification, and support triage.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path hands over transcript and context to a human operator.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conversation layer across website widget and in-product assistant.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knowledge base and scripted prompts managed through a lightweight CMS.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instrumentation for completion rates, escalations, and conversion impact.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Playful Guide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Rounded mascot with expressive gestures and optimistic tone.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Refined avatar, elegant transitions, and restrained palette.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Expert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Utility-first interaction model with speed-focused visuals.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problem framing, scope clarity, and success metric alignment.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Designs dialogue logic,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visual language, animation behavior, and interaction polish.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Delivers integration, deployment, and operational stability.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preferred concept direction and commercial package.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stakeholder kickoff with product, marketing, and support.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discovery sprint and deliver first interactive prototype.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 Labs Animated Chatbot Proposal - Nova Labs</dc:title>
  <dc:subject>Nova Labs Animated Chatbot Proposal for Nova Labs</dc:subject>
  <dc:creator>Max Kowalski</dc:creator>
  <cp:lastModifiedBy>Max Kowalski</cp:lastModifiedBy>
  <cp:revision>1</cp:revision>
  <dcterms:created xsi:type="dcterms:W3CDTF">2026-03-23T12:32:20Z</dcterms:created>
  <dcterms:modified xsi:type="dcterms:W3CDTF">2026-03-23T12:32:20Z</dcterms:modified>
</cp:coreProperties>
</file>