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0B6E6C">
              <a:alpha val="14000"/>
            </a:srgbClr>
          </a:solidFill>
          <a:ln w="12700">
            <a:solidFill>
              <a:srgbClr val="0B6E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30D89E">
              <a:alpha val="12000"/>
            </a:srgbClr>
          </a:solidFill>
          <a:ln w="12700">
            <a:solidFill>
              <a:srgbClr val="30D89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Se7en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https://www.se7en.com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796528" y="5495544"/>
            <a:ext cx="1599184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visual: premium animated chatbot assistant for Se7en website experience.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support and pre-sales requests are handled manually and slowly.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https://www.se7en.com do not get immediate guided answers for high-intent questions.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chatbot behavior feels static and under-represents the brand quality.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Se7en support and pre-sales requests are handled manually and slowly.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on https://www.se7en.com do not get immediate guided answers for high-intent questions.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65008" y="3758184"/>
            <a:ext cx="2176272" cy="15361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 animated assistant that reflects Notso AI's personality and communication style.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animated assistant that reflects Notso AI's personality and communication style.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intent paths for discovery, qualification, and support resolution.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system that can be updated fast without reworking the whole UX.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74736" y="4398264"/>
            <a:ext cx="941832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motion language with smooth entrance and clear state transitions.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Low-cognitive-load layout: concise prompts, progressive disclosure, decisive CTA placement.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Accessibility-first defaults for contrast, keyboard flow, and reduced motion.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47488" y="4672584"/>
            <a:ext cx="148539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sequence introduces value and routes users in two turns.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 map covers product discovery, pricing qualification, and support triage.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Escalation path hands over transcript and context to a human operator.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93208" y="4398264"/>
            <a:ext cx="1973072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instrumentation for completion rates, escalations, and conversion impact.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conversation layer across website widget and in-product assistant.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Editable knowledge base and scripted prompts managed through a lightweight CMS.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73568" y="4215384"/>
            <a:ext cx="1383792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B6E6C"/>
          </a:solidFill>
          <a:ln w="12700">
            <a:solidFill>
              <a:srgbClr val="0B6E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02168" y="528523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10728" y="5285232"/>
            <a:ext cx="1501648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645920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257860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D4DE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066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24712" y="3310128"/>
            <a:ext cx="292608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Core assistant with 3 high-impact flows and launch support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92040" y="257860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EEF2F8"/>
          </a:solidFill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7066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19472" y="3310128"/>
            <a:ext cx="292608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Expanded flow library, richer animation system, analytics dashboard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58200" y="1645920"/>
            <a:ext cx="3401568" cy="4526280"/>
          </a:xfrm>
          <a:prstGeom prst="roundRect">
            <a:avLst>
              <a:gd name="adj" fmla="val 2151"/>
            </a:avLst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686800" y="2578608"/>
            <a:ext cx="2926080" cy="512064"/>
          </a:xfrm>
          <a:prstGeom prst="roundRect">
            <a:avLst>
              <a:gd name="adj" fmla="val 14286"/>
            </a:avLst>
          </a:prstGeom>
          <a:solidFill>
            <a:srgbClr val="004B49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70662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714232" y="3310128"/>
            <a:ext cx="292608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F7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Multi-language, CRM automation, and experimentation framework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10728" y="5312664"/>
            <a:ext cx="66751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713232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03504" y="1225296"/>
            <a:ext cx="9326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0B6E6C"/>
          </a:solidFill>
          <a:ln w="12700">
            <a:solidFill>
              <a:srgbClr val="0B6E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973568" y="5038344"/>
            <a:ext cx="1018032" cy="6675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Se7en</dc:title>
  <dc:subject>Animated Chatbot Proposal for Se7en</dc:subject>
  <dc:creator>Max Kowalski</dc:creator>
  <cp:lastModifiedBy>Max Kowalski</cp:lastModifiedBy>
  <cp:revision>1</cp:revision>
  <dcterms:created xsi:type="dcterms:W3CDTF">2026-03-23T13:43:47Z</dcterms:created>
  <dcterms:modified xsi:type="dcterms:W3CDTF">2026-03-23T13:43:47Z</dcterms:modified>
</cp:coreProperties>
</file>