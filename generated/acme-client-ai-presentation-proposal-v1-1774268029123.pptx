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Presentation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faster way to create polished client decks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launch an animated chatbot experience that improves response speed and lead quality.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proposal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requests are answered inconsistently across channels.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Landing pages convert below target because visitors do not get instant guidance.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chatbot feels static and does not match your brand personality.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animated character that reflects the brand voice and tone.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conversation flows for lead capture, FAQ, and qualification.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prompt framework so teams can ship updates quickly.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Friendly motion language with calm entrance and micro-feedback loops.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interaction hierarchy: intent selection, answer cards, follow-up prompts.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Accessibility baseline: readable contrast, keyboard support, reduced-motion mode.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Welcome flow introduces value in 2 short turns.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 router separates product, pricing, and support questions.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path to human team with transcript handoff.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get fast, guided responses while the business keeps control over quality and escalation paths.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widget and in-app panel share one conversation engine.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layer backed by a lightweight CMS for non-technical edits.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event model for intents, drop-off points, and conversion.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remains maintainable: content can be updated quickly, integrations stay modular, and metrics are measurable.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visual directions for the chatbot.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Give clear style choices and trade-offs.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A - Playful Guide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Rounded mascot with soft motion and bright accents.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Minimal avatar with elegant transitions and restrained palette.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C - Product Expert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Interface-led assistant focused on precision and quick actions.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kickoff to launch in clear phases.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pace, ownership, and milestones.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804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2813" y="2121408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1-2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Discovery, scope lock, and success metrics.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646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8863" y="2121408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90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18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918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concept and conversation prototype.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525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4913" y="2121408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79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5-6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79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Build, integration, and QA.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90963" y="2121408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11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39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639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and optimization sprint.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Pricing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packages based on scope and velocity.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Make commercial decisions easier.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8.500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chatbot, 3 flows, and launch support.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EEF8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14.500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9204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animation, analytics dashboard, and 8 flows.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22.000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68680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Multi-language, CRM integrations, and experimentation framework.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&amp;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does what across delivery.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Build trust in execution capability.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Owns solution framing and KPI alignment.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Crafts scripts, guardrails, and fallback intents.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Defines visuals, animation behavior, and assets.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Handles build, integration, and deployment.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preferred design direction and commercial package.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 a kickoff workshop with key stakeholders.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discovery sprint and deliver first interactive prototype.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Presentation Proposal - Acme Client</dc:title>
  <dc:subject>AI Presentation Proposal for Acme Client</dc:subject>
  <dc:creator>Max Kowalski</dc:creator>
  <cp:lastModifiedBy>Max Kowalski</cp:lastModifiedBy>
  <cp:revision>1</cp:revision>
  <dcterms:created xsi:type="dcterms:W3CDTF">2026-03-23T12:13:49Z</dcterms:created>
  <dcterms:modified xsi:type="dcterms:W3CDTF">2026-03-23T12:13:49Z</dcterms:modified>
</cp:coreProperties>
</file>