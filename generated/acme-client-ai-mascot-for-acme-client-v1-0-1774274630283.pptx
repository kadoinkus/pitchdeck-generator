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Acme Client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animated chatbot experience that feels premium and converts.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(cover) :: Premium clean slide visual for "AI Mascot Proposal".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repeatedly handle similar questions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on acme-client.com feels generic and not brand-distinctive.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(problem) :: Premium clean slide visual for "The Problem".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Opportunity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becomes possible with the right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support into guided conversion moments.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engagement with a memorable character experience.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conversations while keeping premium brand tone.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(opportunity) :: Premium clean slide visual for "The Opportunity".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recognizable mascot with clear brand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replies and smart routing.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UI flows that move users to next 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designs and deploys animated AI assistants that combine personality with measurable business value for Acme Client.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voice,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polished mascot visuals and motion.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intent flows for conversion and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behavior, trends, and outcomes.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helpful, expressive guide designed to keep interactions clear, friendly, and conversion-focused.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confident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under pressure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brand voice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clear guidance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945843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41018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(meet-buddy) :: Premium clean slide visual for "Meet Sven".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Mascot welcomes users and frames intent quickly.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prompts guide users toward the right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with each interaction.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CTA closes each flow with measurable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(experience-concept) :: Premium clean slide visual for "Experience Concept".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(chat-flow) :: Premium clean slide visual for "Chat Flow".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(example-interaction) :: Premium clean slide visual for "Example Interaction".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selecting the right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Great, do you want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I recommend Comfort LX006, want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Lower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Boost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so teams can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interactions and conversion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intent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Dwell time and drop-off insight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(data-analytics) :: Premium clean slide visual for "Data &amp; Analytics".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You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Deployment-ready mascot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character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expressive animations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assets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5032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Multichannel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8184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widget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support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384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reporting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notes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17736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activation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visuals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snippets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campaign-ready pack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chat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interactions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media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strategy, concept sign-off.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animation, flow implementation.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launch, optimization.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build Sven and launch a premium conversational experience for Acme Client.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(closing) :: Premium clean slide visual for "Let’s Build This Together".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Acme Client - Acme Client</dc:title>
  <dc:subject>AI Mascot for Acme Client for Acme Client</dc:subject>
  <dc:creator>Max Kowalski</dc:creator>
  <cp:lastModifiedBy>Max Kowalski</cp:lastModifiedBy>
  <cp:revision>1</cp:revision>
  <dcterms:created xsi:type="dcterms:W3CDTF">2026-03-23T14:03:50Z</dcterms:created>
  <dcterms:modified xsi:type="dcterms:W3CDTF">2026-03-23T14:03:50Z</dcterms:modified>
</cp:coreProperties>
</file>