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visual: premium animated chatbot assistant for Acme Client website experience.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support and pre-sales requests are handled manually and slowly.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on https://www.acme-client.com do not get immediate guided answers for high-intent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behavior feels static and under-represents the brand quality.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Three-direction moodboard for playful, premium concierge, and expert chatbot styles.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assistant that reflects Notso AI's personality and communication style.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intent paths for discovery, qualification, and support resolution.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system that can be updated fast without reworking the whole UX.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roadmap visual from discovery to launch and optimization.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motion language with smooth entrance and clear state transitions.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Low-cognitive-load layout: concise prompts, progressive disclosure, decisive CTA placement.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Accessibility-first defaults for contrast, keyboard flow, and reduced motion.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and motion moodboard with clean premium SaaS patterns.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sequence introduces value and routes users in two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map covers product discovery, pricing qualification, and support triage.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hands over transcript and context to a human operator.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flow visual with intent routing and escalation nodes.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conversation layer across website widget and in-product assistant.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knowledge base and scripted prompts managed through a lightweight CMS.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instrumentation for completion rates, escalations, and conversion impact.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 diagram with chatbot, CMS, and analytics layers.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expressive gestures and optimistic tone.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Refined avatar, elegant transitions,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interaction model with speed-focused visuals.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distinct design directions for chatbot avatar and interaction style.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benchmarks, and measurable KPI definition.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direction and conversation prototype sign-off.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build, integrations, and QA hardening.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Roadmap-style timeline visual from discovery to launch.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with 3 high-impact flows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 library,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automation,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tier comparison visual with three clear package cards.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scope clarity, and success metric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dialogue logic,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 language, animation behavior, and interaction polish.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deployment, and operational stability.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responsibility visual showing delivery roles and ownership.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preferred concept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stakeholder kickoff with product, marketing, and support.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and kickoff action visual with clear momentum.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Acme Client</dc:title>
  <dc:subject>Animated Chatbot Proposal for Acme Client</dc:subject>
  <dc:creator>Max Kowalski</dc:creator>
  <cp:lastModifiedBy>Max Kowalski</cp:lastModifiedBy>
  <cp:revision>1</cp:revision>
  <dcterms:created xsi:type="dcterms:W3CDTF">2026-03-23T13:06:49Z</dcterms:created>
  <dcterms:modified xsi:type="dcterms:W3CDTF">2026-03-23T13:06:49Z</dcterms:modified>
</cp:coreProperties>
</file>