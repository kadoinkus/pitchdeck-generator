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2563EB">
              <a:alpha val="1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experience that improves response speed and lead quality.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proposal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requests are answered inconsistently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Landing pages convert below target because visitors do not get instant guidance.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chatbot feels static and does not match your brand personality.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animated character that reflects the brand voice and tone.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Guided conversation flows for lead capture, FAQ, and qualification.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prompt framework so teams can ship updates quickly.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motion language with calm entrance and micro-feedback loops.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interaction hierarchy: intent selection, answer cards, follow-up prompts.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Accessibility baseline: readable contrast, keyboard support, reduced-motion mode.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Welcome flow introduces value in 2 short turns.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router separates product, pricing, and support questions.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Escalation path to human team with transcript handoff.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widget and in-app panel share one conversation engine.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Content layer backed by a lightweight CMS for non-technical edits.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Analytics event model for intents, drop-off points, and conversion.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Playful Guide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Rounded mascot with soft motion and bright accents.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Minimal avatar with elegant transitions and restrained palette.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Expert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Interface-led assistant focused on precision and quick actions.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scope lock, and success metrics.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concept and conversation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and optimization sprint.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chatbot, 3 flows, and launch support.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Advanced animation, analytics dashboard, and 8 flows.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Multi-language, CRM integrations, and experimentation framework.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solution framing and KPI alignment.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scripts, guardrails, and fallback intents.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visuals, animation behavior, and assets.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Handles build, integration, and deployment.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preferred design direction and commercial package.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 a kickoff workshop with key stakeholders.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discovery sprint and deliver first interactive prototype.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Max Kowalski</dc:creator>
  <cp:lastModifiedBy>Max Kowalski</cp:lastModifiedBy>
  <cp:revision>1</cp:revision>
  <dcterms:created xsi:type="dcterms:W3CDTF">2026-03-23T12:12:41Z</dcterms:created>
  <dcterms:modified xsi:type="dcterms:W3CDTF">2026-03-23T12:12:41Z</dcterms:modified>
</cp:coreProperties>
</file>