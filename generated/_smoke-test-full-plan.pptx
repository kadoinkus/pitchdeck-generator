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4754880" cy="56692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6E1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92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PRESENTS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Mascot for Se7en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914400" y="2542032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E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playful, premium chatbot experience that converts and delights.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26694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132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C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59552" y="713232"/>
            <a:ext cx="5897880" cy="3317558"/>
          </a:xfrm>
          <a:prstGeom prst="roundRect">
            <a:avLst>
              <a:gd name="adj" fmla="val 22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822960"/>
            <a:ext cx="5532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42432" y="1033272"/>
            <a:ext cx="5577840" cy="286035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hero visual with Sven and tablet mockup for Se7en.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loses momentum when visitors do not get instant answers.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26864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teams repeat the same pre-sales and service responses manually.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39328" y="1691640"/>
            <a:ext cx="343814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199339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5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automation lacks brand personality and emotional connection.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520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621792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746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loses momentum when visitors do not get instant answers.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32461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3355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65008" y="356616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Problem-state visual with fragmented customer support journey.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Opportunity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becomes possible with the right assistant.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static support into guided, interactive discovery.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service load with intelligent first-line responses.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memorable branded assistant with Sven.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visual showing before/after support transformation.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+ AI + interaction model.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75888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 + AI + Interaction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custom digital buddy with recognizable personality.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8616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28616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intent handling and dynamic guidance.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94776" y="2331720"/>
            <a:ext cx="3456432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6517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B4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5944" y="3063240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E5A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UI for web, mobile, and campaign touchpoints.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Notso AI Does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productized approach to animated AI assistants.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11680"/>
            <a:ext cx="4709160" cy="3337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A4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Notso AI, we design and deploy animated AI characters that turn support and sales conversations into premium experiences.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&amp; Personality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define tone, role, and emotional behavior.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51392" y="169164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7696" y="1920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&amp; Animation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7696" y="227685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High-quality mascot animation and motion direction.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Smart 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2824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chat logic with conversion intent.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51392" y="3703320"/>
            <a:ext cx="22219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931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97696" y="4288536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A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visibility for performance and optimization.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Meet Sven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Personality and tone profile.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65960"/>
            <a:ext cx="473659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452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is a playful but practical assistant that guides users with empathy, clarity, and speed.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846320" cy="1261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and professional tone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Emotion-aware replies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Brand-consistent language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3B5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Conversion-focused prompts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449884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0" y="454456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544568"/>
            <a:ext cx="225308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77316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0" y="481888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818888"/>
            <a:ext cx="1894637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504748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Playful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509320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5093208"/>
            <a:ext cx="1766621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32180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62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5367528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E7EEF8"/>
          </a:solidFill>
          <a:ln w="12700">
            <a:solidFill>
              <a:srgbClr val="E7EE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5367528"/>
            <a:ext cx="2099462" cy="109728"/>
          </a:xfrm>
          <a:prstGeom prst="roundRect">
            <a:avLst>
              <a:gd name="adj" fmla="val 25000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002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370332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Sven full character hero render with expressions.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Concept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moves across product moments.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starts on website, greeted by mascot assistant.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 routes intent to product, support, or booking path.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adapt to user behavior and preference.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Outcome-driven CTA closes loop with conversion or handoff.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concept visual flow with mascot between touchpoints.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Chat 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behind each conversation.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Greeting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funnel visual with step-by-step conversation blocks.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Example Interaction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feels in a real user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8138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828800"/>
            <a:ext cx="6827520" cy="3840480"/>
          </a:xfrm>
          <a:prstGeom prst="roundRect">
            <a:avLst>
              <a:gd name="adj" fmla="val 1905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938528"/>
            <a:ext cx="646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2148840"/>
            <a:ext cx="650748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interaction mockup with realistic chat bubbles and mascot.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7168" y="2048256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7627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I need help picking the best chair.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89320" y="2651760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277977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Buddy: Great, do you prefer ergonomic or lounge style?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3255264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FF3F8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3832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User: Ergonomic for long work sessions.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3858768"/>
            <a:ext cx="3611880" cy="438912"/>
          </a:xfrm>
          <a:prstGeom prst="roundRect">
            <a:avLst>
              <a:gd name="adj" fmla="val 16667"/>
            </a:avLst>
          </a:prstGeom>
          <a:solidFill>
            <a:srgbClr val="E9FCF4"/>
          </a:solidFill>
          <a:ln w="12700">
            <a:solidFill>
              <a:srgbClr val="BDE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86784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856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Buddy: I recommend Comfort LX006, would you like a quick comparison?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243584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F0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outcome of this assistant.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881360" y="713232"/>
            <a:ext cx="329184" cy="32918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83210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39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Increase conversion rate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2160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448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Reduce support load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1052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Improve engagement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9448" y="2057400"/>
            <a:ext cx="2487168" cy="29718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8CC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2328" y="3154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Strengthen branded recall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&amp; Analytics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improve performance over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355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5897880" cy="3529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interaction is tracked and analyzed to improve messaging, product guidance, and conversion outcomes.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 for conversation and conversion metrics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questions and topic trends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 volume and dwell-time tracking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653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monthly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16368" y="1691640"/>
            <a:ext cx="3712464" cy="2784348"/>
          </a:xfrm>
          <a:prstGeom prst="roundRect">
            <a:avLst>
              <a:gd name="adj" fmla="val 2627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9248" y="1801368"/>
            <a:ext cx="3346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99248" y="2011680"/>
            <a:ext cx="3392424" cy="23271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dashboard visual with clean charts and KPIs.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You Get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Deployment-ready mascot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 character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40+ expressions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campaign-ready assets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85032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1336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Multichannel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8184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widget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support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microsites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01384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4536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access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cadence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recommendations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17736" y="1691640"/>
            <a:ext cx="2487168" cy="4343400"/>
          </a:xfrm>
          <a:prstGeom prst="roundRect">
            <a:avLst>
              <a:gd name="adj" fmla="val 2941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79CA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activation 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0888" y="2331720"/>
            <a:ext cx="2340864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visuals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loops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pack templates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 based on ambition and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60934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5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8470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That Fits Your Vision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EDEFF2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Basic - 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2.600,-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3D mascot based on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Template rig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Emotion based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Premium - Chat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 w="12700">
            <a:solidFill>
              <a:srgbClr val="D6E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24.000,-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Custom-designed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Full rig 40+ animations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552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LLM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2331720"/>
            <a:ext cx="3438144" cy="3639312"/>
          </a:xfrm>
          <a:prstGeom prst="roundRect">
            <a:avLst>
              <a:gd name="adj" fmla="val 319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578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 - Chat &amp; Voice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05088" y="2999232"/>
            <a:ext cx="2871216" cy="475488"/>
          </a:xfrm>
          <a:prstGeom prst="roundRect">
            <a:avLst>
              <a:gd name="adj" fmla="val 15385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3127248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38.000,-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1936" y="3675888"/>
            <a:ext cx="3017520" cy="21214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mascot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Advanced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566928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67665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058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Timeline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1521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6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3-month execution path.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761488"/>
            <a:ext cx="9875520" cy="0"/>
          </a:xfrm>
          <a:prstGeom prst="line">
            <a:avLst/>
          </a:prstGeom>
          <a:noFill/>
          <a:ln w="12700">
            <a:solidFill>
              <a:srgbClr val="BF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concept alignment, and storyboard.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08576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production, conversation flow build.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72984" y="2615184"/>
            <a:ext cx="219456" cy="21945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1544" y="3017520"/>
            <a:ext cx="27889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328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Month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28432" y="3712464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E5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Integration, launch readiness, optimization kickoff.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Let's build Sven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F4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 Sven together and launch a premium conversational experience.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B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26480" y="1024128"/>
            <a:ext cx="5166360" cy="3874770"/>
          </a:xfrm>
          <a:prstGeom prst="roundRect">
            <a:avLst>
              <a:gd name="adj" fmla="val 1888"/>
            </a:avLst>
          </a:prstGeom>
          <a:solidFill>
            <a:srgbClr val="F7FAFD"/>
          </a:solidFill>
          <a:ln w="12700">
            <a:solidFill>
              <a:srgbClr val="C8D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133856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[Visual]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0" y="1344168"/>
            <a:ext cx="4846320" cy="341757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A63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hero visual for Sven with confident CTA.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0" y="731520"/>
            <a:ext cx="310896" cy="310896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82528" y="8412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9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4B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Mascot for Se7en - Se7en</dc:title>
  <dc:subject>AI Mascot for Se7en for Se7en</dc:subject>
  <dc:creator>Max Kowalski</dc:creator>
  <cp:lastModifiedBy>Max Kowalski</cp:lastModifiedBy>
  <cp:revision>1</cp:revision>
  <dcterms:created xsi:type="dcterms:W3CDTF">2026-03-23T14:04:12Z</dcterms:created>
  <dcterms:modified xsi:type="dcterms:W3CDTF">2026-03-23T14:04:12Z</dcterms:modified>
</cp:coreProperties>
</file>