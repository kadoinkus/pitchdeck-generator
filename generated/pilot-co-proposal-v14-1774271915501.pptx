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Pilot Co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https://pilot.example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visual: premium animated chatbot assistant for Pilot Co website experience.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Co support and pre-sales requests are handled manually and slowly.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https://pilot.example do not get immediate guided answers for high-intent questions.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chatbot behavior feels static and under-represents the brand quality.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Co support and pre-sales requests are handled manually and slowly.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https://pilot.example do not get immediate guided answers for high-intent questions.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Three-direction moodboard for playful, premium concierge, and expert chatbot styles.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 animated assistant that reflects Notso AI's personality and communication style.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animated assistant that reflects Notso AI's personality and communication style.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roadmap visual from discovery to launch and optimization.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motion language with smooth entrance and clear state transitions.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Low-cognitive-load layout: concise prompts, progressive disclosure, decisive CTA placement.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Accessibility-first defaults for contrast, keyboard flow, and reduced motion.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and motion moodboard with clean premium SaaS patterns.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sequence introduces value and routes users in two turns.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map covers product discovery, pricing qualification, and support triage.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path hands over transcript and context to a human operator.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flow visual with intent routing and escalation nodes.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instrumentation for completion rates, escalations, and conversion impact.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diagram with chatbot, CMS, and analytics layers.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distinct design directions for chatbot avatar and interaction style.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benchmarks, and measurable KPI definition.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direction and conversation prototype sign-off.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build, integrations, and QA hardening.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Roadmap-style timeline visual from discovery to launch.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with 3 high-impact flows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 library,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Multi-language, CRM automation,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tier comparison visual with three clear package cards.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responsibility visual showing delivery roles and ownership.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and kickoff action visual with clear momentum.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Pilot Co</dc:title>
  <dc:subject>Animated Chatbot Proposal for Pilot Co</dc:subject>
  <dc:creator>Max Kowalski</dc:creator>
  <cp:lastModifiedBy>Max Kowalski</cp:lastModifiedBy>
  <cp:revision>1</cp:revision>
  <dcterms:created xsi:type="dcterms:W3CDTF">2026-03-23T13:18:35Z</dcterms:created>
  <dcterms:modified xsi:type="dcterms:W3CDTF">2026-03-23T13:18:35Z</dcterms:modified>
</cp:coreProperties>
</file>