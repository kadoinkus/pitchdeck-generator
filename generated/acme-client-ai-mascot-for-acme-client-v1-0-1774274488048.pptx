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4754880" cy="56692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6E1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6926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5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PRESENTS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 Mascot for Acme Client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914400" y="2542032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E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playful, animated chatbot experience that feels premium and converts.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5266944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541324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C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59552" y="713232"/>
            <a:ext cx="5897880" cy="3317558"/>
          </a:xfrm>
          <a:prstGeom prst="roundRect">
            <a:avLst>
              <a:gd name="adj" fmla="val 2205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42432" y="822960"/>
            <a:ext cx="5532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42432" y="1033272"/>
            <a:ext cx="5577840" cy="28603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 (cover) :: Premium clean slide visual for "AI Mascot Proposal".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Problem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blocking growth today.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343814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9339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Client loses conversion momentum when visitors do not get instant answers.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26864" y="1691640"/>
            <a:ext cx="343814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99339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teams repeatedly handle similar questions manually.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39328" y="1691640"/>
            <a:ext cx="343814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0496" y="199339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 on acme-client.com feels generic and not brand-distinctive.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246120"/>
            <a:ext cx="6720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5204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Key Message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840480"/>
            <a:ext cx="621792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746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Client loses conversion momentum when visitors do not get instant answers.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82128" y="324612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65008" y="33558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65008" y="3566160"/>
            <a:ext cx="2788920" cy="1874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 (problem) :: Premium clean slide visual for "The Problem".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Opportunity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becomes possible with the right assistant.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support into guided conversion moments.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 engagement with a memorable character experience.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conversations while keeping premium brand tone.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 (opportunity) :: Premium clean slide visual for "The Opportunity".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Solution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Character + AI + interaction model.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75888" y="17830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Character + AI + Interaction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60120" y="2331720"/>
            <a:ext cx="3456432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265176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B4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Character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61288" y="3063240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A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recognizable mascot with clear brand personality.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27448" y="2331720"/>
            <a:ext cx="3456432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28616" y="265176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B4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28616" y="3063240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A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Context-aware replies and smart routing.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94776" y="2331720"/>
            <a:ext cx="3456432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95944" y="265176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B4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Interaction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95944" y="3063240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A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UI flows that move users to next actions.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Notso AI Does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productized approach to animated AI assistants.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2011680"/>
            <a:ext cx="4709160" cy="3337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A44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designs and deploys animated AI assistants that combine personality with measurable business value for Acme Client.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46520" y="169164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92824" y="1920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Strategy &amp; Personality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92824" y="227685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voice, role, and emotional behavior.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851392" y="169164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97696" y="1920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Design &amp; Animation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97696" y="227685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polished mascot visuals and motion.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46520" y="370332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92824" y="3931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Smart Conversations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92824" y="428853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intent flows for conversion and support.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851392" y="370332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97696" y="3931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Measurable Impact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97696" y="428853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behavior, trends, and outcomes.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Meet Sven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Personality and tone profile.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1965960"/>
            <a:ext cx="4736592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452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Sven is a helpful, expressive guide designed to keep interactions clear, friendly, and conversion-focused.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063240"/>
            <a:ext cx="4846320" cy="1261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Friendly and confident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Helpful under pressure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brand voice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and clear guidance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70432" y="449884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377440" y="454456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4544568"/>
            <a:ext cx="2253082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477316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77440" y="481888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4818888"/>
            <a:ext cx="1945843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504748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Playful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377440" y="509320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5093208"/>
            <a:ext cx="1741018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532180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377440" y="536752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5367528"/>
            <a:ext cx="2099462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1600200"/>
            <a:ext cx="4023360" cy="4023360"/>
          </a:xfrm>
          <a:prstGeom prst="roundRect">
            <a:avLst>
              <a:gd name="adj" fmla="val 1818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17099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0" y="1920240"/>
            <a:ext cx="370332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6 (meet-buddy) :: Premium clean slide visual for "Meet Sven".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Experience Concept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assistant moves across product moments.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Mascot welcomes users and frames intent quickly.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Context-aware prompts guide users toward the right path.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 adapt with each interaction.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CTA closes each flow with measurable action.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7 (experience-concept) :: Premium clean slide visual for "Experience Concept".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Chat Flow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logic behind each conversation.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Greeting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Suggestions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Personalization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8 (chat-flow) :: Premium clean slide visual for "Chat Flow".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Example Interaction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feels in a real user moment.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0" y="1600200"/>
            <a:ext cx="81381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1828800"/>
            <a:ext cx="6827520" cy="3840480"/>
          </a:xfrm>
          <a:prstGeom prst="roundRect">
            <a:avLst>
              <a:gd name="adj" fmla="val 1905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938528"/>
            <a:ext cx="646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23160" y="2148840"/>
            <a:ext cx="6507480" cy="3383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9 (example-interaction) :: Premium clean slide visual for "Example Interaction".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87168" y="2048256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FF3F8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176272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User: I need help selecting the right chair.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89320" y="2651760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9FCF4"/>
          </a:solidFill>
          <a:ln w="12700">
            <a:solidFill>
              <a:srgbClr val="BDEF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4768" y="2779776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Sven: Great, do you want ergonomic or lounge style?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87168" y="3255264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FF3F8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3383280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User: Ergonomic for long work sessions.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89320" y="3858768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9FCF4"/>
          </a:solidFill>
          <a:ln w="12700">
            <a:solidFill>
              <a:srgbClr val="BDEF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3986784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Sven: I recommend Comfort LX006, want a quick comparison?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4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8580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Business Impact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68680" y="1243584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F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commercial outcome of this assistant.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881360" y="713232"/>
            <a:ext cx="329184" cy="329184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83210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39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93268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Increase conversion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72160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0448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Lower support load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51052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9340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Boost engagement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29944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232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Strengthen brand recall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Data &amp; Analytics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 that improve performance over time.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interaction is tracked and analyzed so teams can improve messaging, product guidance, and conversion outcomes.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dashboard for interactions and conversion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questions and intent trends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Dwell time and drop-off insight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Exportable monthly reports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11 (data-analytics) :: Premium clean slide visual for "Data &amp; Analytics".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4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You Get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68680" y="1691640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9CA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Deployment-ready mascot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" y="2331720"/>
            <a:ext cx="2340864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Branded character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expressive animations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assets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85032" y="1691640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9CA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31336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Multichannel access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58184" y="2331720"/>
            <a:ext cx="2340864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 widget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support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 deployment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01384" y="1691640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9CA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7688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Performance insights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74536" y="2331720"/>
            <a:ext cx="2340864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dashboard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reporting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optimization notes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317736" y="1691640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9CA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64040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Brand activation media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90888" y="2331720"/>
            <a:ext cx="2340864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visuals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snippets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campaign-ready pack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solutions based on ambition and scope.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23360" y="1609344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5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SOLUTIONS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1847088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 That Fits Your Vision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3438144" cy="3639312"/>
          </a:xfrm>
          <a:prstGeom prst="roundRect">
            <a:avLst>
              <a:gd name="adj" fmla="val 3191"/>
            </a:avLst>
          </a:prstGeom>
          <a:solidFill>
            <a:srgbClr val="EDEFF2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578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Basic - Chat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0" y="2999232"/>
            <a:ext cx="2871216" cy="475488"/>
          </a:xfrm>
          <a:prstGeom prst="roundRect">
            <a:avLst>
              <a:gd name="adj" fmla="val 15385"/>
            </a:avLst>
          </a:prstGeom>
          <a:solidFill>
            <a:srgbClr val="F7F9FC"/>
          </a:solidFill>
          <a:ln w="12700">
            <a:solidFill>
              <a:srgbClr val="D6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127248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2.600,-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24128" y="3675888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3D mascot template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custom chat flows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emotion interactions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2331720"/>
            <a:ext cx="3438144" cy="363931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2578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Premium - Chat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01184" y="2999232"/>
            <a:ext cx="2871216" cy="475488"/>
          </a:xfrm>
          <a:prstGeom prst="roundRect">
            <a:avLst>
              <a:gd name="adj" fmla="val 15385"/>
            </a:avLst>
          </a:prstGeom>
          <a:solidFill>
            <a:srgbClr val="F7F9FC"/>
          </a:solidFill>
          <a:ln w="12700">
            <a:solidFill>
              <a:srgbClr val="D6E0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1184" y="3127248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24.000,-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28032" y="3675888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custom mascot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40+ animations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advanced LLM integration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30768" y="2331720"/>
            <a:ext cx="3438144" cy="3639312"/>
          </a:xfrm>
          <a:prstGeom prst="roundRect">
            <a:avLst>
              <a:gd name="adj" fmla="val 3191"/>
            </a:avLst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2578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 - Chat &amp; Voice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705088" y="2999232"/>
            <a:ext cx="2871216" cy="475488"/>
          </a:xfrm>
          <a:prstGeom prst="roundRect">
            <a:avLst>
              <a:gd name="adj" fmla="val 15385"/>
            </a:avLst>
          </a:prstGeom>
          <a:solidFill>
            <a:srgbClr val="004B49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05088" y="3127248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38.000,-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631936" y="3675888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9FA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voice layer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9FA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advanced analytics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9FA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pro media package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Timeline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clear 3-month execution path.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43000" y="2761488"/>
            <a:ext cx="9875520" cy="0"/>
          </a:xfrm>
          <a:prstGeom prst="line">
            <a:avLst/>
          </a:prstGeom>
          <a:noFill/>
          <a:ln w="12700">
            <a:solidFill>
              <a:srgbClr val="BFD0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" y="2615184"/>
            <a:ext cx="219456" cy="21945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3017520"/>
            <a:ext cx="278892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E1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3284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Month 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3712464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E5A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Discovery, strategy, concept sign-off.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53128" y="2615184"/>
            <a:ext cx="219456" cy="21945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3017520"/>
            <a:ext cx="278892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E1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33284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Month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08576" y="3712464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E5A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Design, animation, flow implementation.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72984" y="2615184"/>
            <a:ext cx="219456" cy="21945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81544" y="3017520"/>
            <a:ext cx="278892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E1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28432" y="33284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Month 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28432" y="3712464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E5A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Integration, launch, optimization.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4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Let's build Sven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14884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9F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Let’s build Sven and launch a premium conversational experience for Acme Client.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26480" y="1024128"/>
            <a:ext cx="5166360" cy="3874770"/>
          </a:xfrm>
          <a:prstGeom prst="roundRect">
            <a:avLst>
              <a:gd name="adj" fmla="val 1888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0" y="1133856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309360" y="1344168"/>
            <a:ext cx="4846320" cy="341757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15 (closing) :: Premium clean slide visual for "Let’s Build This Together".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972800" y="731520"/>
            <a:ext cx="310896" cy="31089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82528" y="84124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39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Mascot for Acme Client - Acme Client</dc:title>
  <dc:subject>AI Mascot for Acme Client for Acme Client</dc:subject>
  <dc:creator>Max Kowalski</dc:creator>
  <cp:lastModifiedBy>Max Kowalski</cp:lastModifiedBy>
  <cp:revision>1</cp:revision>
  <dcterms:created xsi:type="dcterms:W3CDTF">2026-03-23T14:01:28Z</dcterms:created>
  <dcterms:modified xsi:type="dcterms:W3CDTF">2026-03-23T14:01:28Z</dcterms:modified>
</cp:coreProperties>
</file>